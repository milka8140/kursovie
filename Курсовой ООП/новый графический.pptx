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351805"/>
    <a:srgbClr val="FFE38A"/>
    <a:srgbClr val="FFFFFF"/>
    <a:srgbClr val="A3D9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26" autoAdjust="0"/>
  </p:normalViewPr>
  <p:slideViewPr>
    <p:cSldViewPr snapToGrid="0">
      <p:cViewPr>
        <p:scale>
          <a:sx n="100" d="100"/>
          <a:sy n="100" d="100"/>
        </p:scale>
        <p:origin x="-470" y="-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38689-ADEF-4C6A-B9C7-428CF781F1A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BE764-9945-4D37-8EE0-ED2CD0E8927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2145030" y="213995"/>
            <a:ext cx="85109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2800" dirty="0">
                <a:solidFill>
                  <a:sysClr val="windowText" lastClr="000000"/>
                </a:solidFill>
                <a:latin typeface="GOST Common" panose="020B0604020202020204" pitchFamily="34" charset="0"/>
                <a:sym typeface="+mn-ea"/>
              </a:rPr>
              <a:t>Графический интерфейс программного средства</a:t>
            </a:r>
            <a:endParaRPr lang="ru-RU" altLang="en-US" sz="2800" dirty="0">
              <a:solidFill>
                <a:sysClr val="windowText" lastClr="000000"/>
              </a:solidFill>
              <a:latin typeface="GOST Common" panose="020B0604020202020204" pitchFamily="34" charset="0"/>
              <a:sym typeface="+mn-ea"/>
            </a:endParaRPr>
          </a:p>
        </p:txBody>
      </p:sp>
      <p:pic>
        <p:nvPicPr>
          <p:cNvPr id="3" name="Изображение 2" descr="главна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180" y="1541145"/>
            <a:ext cx="4729456" cy="324000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835660" y="4867910"/>
            <a:ext cx="6400800" cy="23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950" i="1" dirty="0">
                <a:solidFill>
                  <a:sysClr val="windowText" lastClr="000000"/>
                </a:solidFill>
                <a:latin typeface="GOST Common" panose="020B0604020202020204" pitchFamily="34" charset="0"/>
                <a:sym typeface="+mn-ea"/>
              </a:rPr>
              <a:t>Рисунок 1 – Главная страница веб-сайта</a:t>
            </a:r>
            <a:endParaRPr lang="ru-RU" altLang="en-US" sz="950" i="1" dirty="0">
              <a:solidFill>
                <a:sysClr val="windowText" lastClr="000000"/>
              </a:solidFill>
              <a:latin typeface="GOST Common" panose="020B0604020202020204" pitchFamily="34" charset="0"/>
              <a:sym typeface="+mn-ea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313180" y="2720340"/>
            <a:ext cx="406400" cy="1320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-2606040" y="2163445"/>
            <a:ext cx="64008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 sz="800" dirty="0">
                <a:solidFill>
                  <a:sysClr val="windowText" lastClr="000000"/>
                </a:solidFill>
                <a:latin typeface="GOST Common" panose="020B0604020202020204" pitchFamily="34" charset="0"/>
                <a:sym typeface="+mn-ea"/>
              </a:rPr>
              <a:t>Переход на </a:t>
            </a:r>
            <a:endParaRPr lang="ru-RU" altLang="en-US" sz="800" dirty="0">
              <a:solidFill>
                <a:sysClr val="windowText" lastClr="000000"/>
              </a:solidFill>
              <a:latin typeface="GOST Common" panose="020B0604020202020204" pitchFamily="34" charset="0"/>
              <a:sym typeface="+mn-ea"/>
            </a:endParaRPr>
          </a:p>
          <a:p>
            <a:pPr algn="ctr"/>
            <a:r>
              <a:rPr lang="ru-RU" altLang="en-US" sz="800" dirty="0">
                <a:solidFill>
                  <a:sysClr val="windowText" lastClr="000000"/>
                </a:solidFill>
                <a:latin typeface="GOST Common" panose="020B0604020202020204" pitchFamily="34" charset="0"/>
                <a:sym typeface="+mn-ea"/>
              </a:rPr>
              <a:t>главную странцу </a:t>
            </a:r>
            <a:endParaRPr lang="ru-RU" altLang="en-US" sz="800" dirty="0">
              <a:solidFill>
                <a:sysClr val="windowText" lastClr="000000"/>
              </a:solidFill>
              <a:latin typeface="GOST Common" panose="020B0604020202020204" pitchFamily="34" charset="0"/>
              <a:sym typeface="+mn-ea"/>
            </a:endParaRPr>
          </a:p>
        </p:txBody>
      </p:sp>
      <p:cxnSp>
        <p:nvCxnSpPr>
          <p:cNvPr id="9" name="Прямое соединение 8"/>
          <p:cNvCxnSpPr/>
          <p:nvPr/>
        </p:nvCxnSpPr>
        <p:spPr>
          <a:xfrm>
            <a:off x="175260" y="2480945"/>
            <a:ext cx="838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Прямое соединение 9"/>
          <p:cNvCxnSpPr>
            <a:endCxn id="6" idx="1"/>
          </p:cNvCxnSpPr>
          <p:nvPr/>
        </p:nvCxnSpPr>
        <p:spPr>
          <a:xfrm>
            <a:off x="1014095" y="2484755"/>
            <a:ext cx="299085" cy="30162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Текстовое поле 10"/>
          <p:cNvSpPr txBox="1"/>
          <p:nvPr/>
        </p:nvSpPr>
        <p:spPr>
          <a:xfrm>
            <a:off x="-2606040" y="2983230"/>
            <a:ext cx="64008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 sz="800" dirty="0">
                <a:solidFill>
                  <a:sysClr val="windowText" lastClr="000000"/>
                </a:solidFill>
                <a:latin typeface="GOST Common" panose="020B0604020202020204" pitchFamily="34" charset="0"/>
                <a:sym typeface="+mn-ea"/>
              </a:rPr>
              <a:t>Переход на </a:t>
            </a:r>
            <a:endParaRPr lang="ru-RU" altLang="en-US" sz="800" dirty="0">
              <a:solidFill>
                <a:sysClr val="windowText" lastClr="000000"/>
              </a:solidFill>
              <a:latin typeface="GOST Common" panose="020B0604020202020204" pitchFamily="34" charset="0"/>
              <a:sym typeface="+mn-ea"/>
            </a:endParaRPr>
          </a:p>
          <a:p>
            <a:pPr algn="ctr"/>
            <a:r>
              <a:rPr lang="ru-RU" altLang="en-US" sz="800" dirty="0">
                <a:solidFill>
                  <a:sysClr val="windowText" lastClr="000000"/>
                </a:solidFill>
                <a:latin typeface="GOST Common" panose="020B0604020202020204" pitchFamily="34" charset="0"/>
                <a:sym typeface="+mn-ea"/>
              </a:rPr>
              <a:t>страницу авторизации</a:t>
            </a:r>
            <a:endParaRPr lang="ru-RU" altLang="en-US" sz="800" dirty="0">
              <a:solidFill>
                <a:sysClr val="windowText" lastClr="000000"/>
              </a:solidFill>
              <a:latin typeface="GOST Common" panose="020B0604020202020204" pitchFamily="34" charset="0"/>
              <a:sym typeface="+mn-ea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334770" y="3517900"/>
            <a:ext cx="297180" cy="9525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cxnSp>
        <p:nvCxnSpPr>
          <p:cNvPr id="13" name="Прямое соединение 12"/>
          <p:cNvCxnSpPr/>
          <p:nvPr/>
        </p:nvCxnSpPr>
        <p:spPr>
          <a:xfrm>
            <a:off x="64770" y="3289935"/>
            <a:ext cx="1013460" cy="5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Прямое соединение 13"/>
          <p:cNvCxnSpPr>
            <a:endCxn id="12" idx="1"/>
          </p:cNvCxnSpPr>
          <p:nvPr/>
        </p:nvCxnSpPr>
        <p:spPr>
          <a:xfrm>
            <a:off x="1073150" y="3291205"/>
            <a:ext cx="261620" cy="2743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" name="Изображение 15" descr="войт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180" y="5565775"/>
            <a:ext cx="4716000" cy="2358000"/>
          </a:xfrm>
          <a:prstGeom prst="rect">
            <a:avLst/>
          </a:prstGeom>
        </p:spPr>
      </p:pic>
      <p:sp>
        <p:nvSpPr>
          <p:cNvPr id="17" name="Текстовое поле 16"/>
          <p:cNvSpPr txBox="1"/>
          <p:nvPr/>
        </p:nvSpPr>
        <p:spPr>
          <a:xfrm>
            <a:off x="541655" y="8053705"/>
            <a:ext cx="6400800" cy="23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950" i="1" dirty="0">
                <a:solidFill>
                  <a:sysClr val="windowText" lastClr="000000"/>
                </a:solidFill>
                <a:latin typeface="GOST Common" panose="020B0604020202020204" pitchFamily="34" charset="0"/>
                <a:sym typeface="+mn-ea"/>
              </a:rPr>
              <a:t>Рисунок 2– Страница авторизации</a:t>
            </a:r>
            <a:endParaRPr lang="ru-RU" altLang="en-US" sz="950" i="1" dirty="0">
              <a:solidFill>
                <a:sysClr val="windowText" lastClr="000000"/>
              </a:solidFill>
              <a:latin typeface="GOST Common" panose="020B0604020202020204" pitchFamily="34" charset="0"/>
              <a:sym typeface="+mn-ea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291840" y="1605915"/>
            <a:ext cx="802640" cy="21844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cxnSp>
        <p:nvCxnSpPr>
          <p:cNvPr id="19" name="Прямое соединение 18"/>
          <p:cNvCxnSpPr>
            <a:endCxn id="18" idx="0"/>
          </p:cNvCxnSpPr>
          <p:nvPr/>
        </p:nvCxnSpPr>
        <p:spPr>
          <a:xfrm>
            <a:off x="3215005" y="1328420"/>
            <a:ext cx="478155" cy="27749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Прямое соединение 19"/>
          <p:cNvCxnSpPr/>
          <p:nvPr/>
        </p:nvCxnSpPr>
        <p:spPr>
          <a:xfrm flipV="1">
            <a:off x="2445385" y="1328420"/>
            <a:ext cx="773430" cy="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Текстовое поле 20"/>
          <p:cNvSpPr txBox="1"/>
          <p:nvPr/>
        </p:nvSpPr>
        <p:spPr>
          <a:xfrm>
            <a:off x="2397760" y="1115695"/>
            <a:ext cx="306260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Название ателье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3201035" y="6073775"/>
            <a:ext cx="1082040" cy="2082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cxnSp>
        <p:nvCxnSpPr>
          <p:cNvPr id="23" name="Прямое соединение 22"/>
          <p:cNvCxnSpPr>
            <a:stCxn id="22" idx="1"/>
          </p:cNvCxnSpPr>
          <p:nvPr/>
        </p:nvCxnSpPr>
        <p:spPr>
          <a:xfrm flipH="1" flipV="1">
            <a:off x="2230755" y="5448935"/>
            <a:ext cx="970280" cy="7289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Текстовое поле 23"/>
          <p:cNvSpPr txBox="1"/>
          <p:nvPr/>
        </p:nvSpPr>
        <p:spPr>
          <a:xfrm>
            <a:off x="1405255" y="5098415"/>
            <a:ext cx="4267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Поле для 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ввода данных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cxnSp>
        <p:nvCxnSpPr>
          <p:cNvPr id="25" name="Прямое соединение 24"/>
          <p:cNvCxnSpPr/>
          <p:nvPr/>
        </p:nvCxnSpPr>
        <p:spPr>
          <a:xfrm flipH="1" flipV="1">
            <a:off x="1463675" y="5449570"/>
            <a:ext cx="773430" cy="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3208655" y="6704965"/>
            <a:ext cx="1082040" cy="29146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7" name="Текстовое поле 26"/>
          <p:cNvSpPr txBox="1"/>
          <p:nvPr/>
        </p:nvSpPr>
        <p:spPr>
          <a:xfrm>
            <a:off x="5093335" y="5208270"/>
            <a:ext cx="15913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  <a:sym typeface="+mn-ea"/>
              </a:rPr>
              <a:t>Вход в аккаунт</a:t>
            </a:r>
            <a:endParaRPr lang="ru-RU" altLang="en-US" sz="800">
              <a:solidFill>
                <a:schemeClr val="tx1"/>
              </a:solidFill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cxnSp>
        <p:nvCxnSpPr>
          <p:cNvPr id="28" name="Прямое соединение 27"/>
          <p:cNvCxnSpPr/>
          <p:nvPr/>
        </p:nvCxnSpPr>
        <p:spPr>
          <a:xfrm flipV="1">
            <a:off x="5093335" y="5430520"/>
            <a:ext cx="792480" cy="5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Прямое соединение 28"/>
          <p:cNvCxnSpPr>
            <a:endCxn id="26" idx="3"/>
          </p:cNvCxnSpPr>
          <p:nvPr/>
        </p:nvCxnSpPr>
        <p:spPr>
          <a:xfrm flipH="1">
            <a:off x="4290695" y="5443855"/>
            <a:ext cx="815340" cy="140716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3306445" y="7068820"/>
            <a:ext cx="893445" cy="10858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3277870" y="7179310"/>
            <a:ext cx="880110" cy="13716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3" name="Текстовое поле 32"/>
          <p:cNvSpPr txBox="1"/>
          <p:nvPr/>
        </p:nvSpPr>
        <p:spPr>
          <a:xfrm>
            <a:off x="654050" y="7964170"/>
            <a:ext cx="4267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Переход на 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страницу регистрации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  <a:p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cxnSp>
        <p:nvCxnSpPr>
          <p:cNvPr id="34" name="Прямое соединение 33"/>
          <p:cNvCxnSpPr/>
          <p:nvPr/>
        </p:nvCxnSpPr>
        <p:spPr>
          <a:xfrm>
            <a:off x="716280" y="8328025"/>
            <a:ext cx="1165860" cy="19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Прямое соединение 34"/>
          <p:cNvCxnSpPr>
            <a:endCxn id="31" idx="1"/>
          </p:cNvCxnSpPr>
          <p:nvPr/>
        </p:nvCxnSpPr>
        <p:spPr>
          <a:xfrm flipV="1">
            <a:off x="1879600" y="7123430"/>
            <a:ext cx="1426845" cy="120586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Текстовое поле 35"/>
          <p:cNvSpPr txBox="1"/>
          <p:nvPr/>
        </p:nvSpPr>
        <p:spPr>
          <a:xfrm>
            <a:off x="5307330" y="7964170"/>
            <a:ext cx="4267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Сообщение об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ошибке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cxnSp>
        <p:nvCxnSpPr>
          <p:cNvPr id="38" name="Прямое соединение 37"/>
          <p:cNvCxnSpPr/>
          <p:nvPr/>
        </p:nvCxnSpPr>
        <p:spPr>
          <a:xfrm flipV="1">
            <a:off x="5307330" y="8247380"/>
            <a:ext cx="735330" cy="381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Прямое соединение 38"/>
          <p:cNvCxnSpPr>
            <a:endCxn id="32" idx="3"/>
          </p:cNvCxnSpPr>
          <p:nvPr/>
        </p:nvCxnSpPr>
        <p:spPr>
          <a:xfrm flipH="1" flipV="1">
            <a:off x="4157980" y="7247890"/>
            <a:ext cx="1150620" cy="100901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1" name="Изображение 40" descr="личный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880" y="1424940"/>
            <a:ext cx="4497070" cy="3355975"/>
          </a:xfrm>
          <a:prstGeom prst="rect">
            <a:avLst/>
          </a:prstGeom>
        </p:spPr>
      </p:pic>
      <p:sp>
        <p:nvSpPr>
          <p:cNvPr id="42" name="Прямоугольник 41"/>
          <p:cNvSpPr/>
          <p:nvPr/>
        </p:nvSpPr>
        <p:spPr>
          <a:xfrm>
            <a:off x="7978140" y="1891665"/>
            <a:ext cx="354330" cy="12382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3" name="Прямоугольник 42"/>
          <p:cNvSpPr/>
          <p:nvPr/>
        </p:nvSpPr>
        <p:spPr>
          <a:xfrm>
            <a:off x="7966710" y="2124075"/>
            <a:ext cx="575310" cy="1828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4" name="Прямоугольник 43"/>
          <p:cNvSpPr/>
          <p:nvPr/>
        </p:nvSpPr>
        <p:spPr>
          <a:xfrm>
            <a:off x="7976235" y="2459355"/>
            <a:ext cx="521970" cy="13335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5" name="Прямоугольник 44"/>
          <p:cNvSpPr/>
          <p:nvPr/>
        </p:nvSpPr>
        <p:spPr>
          <a:xfrm>
            <a:off x="7955280" y="4427220"/>
            <a:ext cx="1082040" cy="26860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6" name="Прямоугольник 45"/>
          <p:cNvSpPr/>
          <p:nvPr/>
        </p:nvSpPr>
        <p:spPr>
          <a:xfrm>
            <a:off x="7976235" y="3137535"/>
            <a:ext cx="1009650" cy="19812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7" name="Текстовое поле 46"/>
          <p:cNvSpPr txBox="1"/>
          <p:nvPr/>
        </p:nvSpPr>
        <p:spPr>
          <a:xfrm>
            <a:off x="6891020" y="1362075"/>
            <a:ext cx="3116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Переход на 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главную страницу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cxnSp>
        <p:nvCxnSpPr>
          <p:cNvPr id="48" name="Прямое соединение 47"/>
          <p:cNvCxnSpPr/>
          <p:nvPr/>
        </p:nvCxnSpPr>
        <p:spPr>
          <a:xfrm>
            <a:off x="6936105" y="1701165"/>
            <a:ext cx="842010" cy="19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Прямое соединение 48"/>
          <p:cNvCxnSpPr>
            <a:endCxn id="42" idx="1"/>
          </p:cNvCxnSpPr>
          <p:nvPr/>
        </p:nvCxnSpPr>
        <p:spPr>
          <a:xfrm>
            <a:off x="7781925" y="1699260"/>
            <a:ext cx="196215" cy="25463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Прямое соединение 49"/>
          <p:cNvCxnSpPr/>
          <p:nvPr/>
        </p:nvCxnSpPr>
        <p:spPr>
          <a:xfrm>
            <a:off x="7770495" y="1965325"/>
            <a:ext cx="196215" cy="25463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Прямое соединение 50"/>
          <p:cNvCxnSpPr/>
          <p:nvPr/>
        </p:nvCxnSpPr>
        <p:spPr>
          <a:xfrm>
            <a:off x="7770495" y="2273300"/>
            <a:ext cx="196215" cy="25463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Прямое соединение 51"/>
          <p:cNvCxnSpPr/>
          <p:nvPr/>
        </p:nvCxnSpPr>
        <p:spPr>
          <a:xfrm>
            <a:off x="7781925" y="3001010"/>
            <a:ext cx="196215" cy="25463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Прямое соединение 52"/>
          <p:cNvCxnSpPr/>
          <p:nvPr/>
        </p:nvCxnSpPr>
        <p:spPr>
          <a:xfrm>
            <a:off x="7759065" y="4328795"/>
            <a:ext cx="196215" cy="25463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Текстовое поле 53"/>
          <p:cNvSpPr txBox="1"/>
          <p:nvPr/>
        </p:nvSpPr>
        <p:spPr>
          <a:xfrm>
            <a:off x="6833870" y="1780540"/>
            <a:ext cx="42672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Имя пользователя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sp>
        <p:nvSpPr>
          <p:cNvPr id="55" name="Текстовое поле 54"/>
          <p:cNvSpPr txBox="1"/>
          <p:nvPr/>
        </p:nvSpPr>
        <p:spPr>
          <a:xfrm>
            <a:off x="7147560" y="1994535"/>
            <a:ext cx="4267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Переход 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к заказам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cxnSp>
        <p:nvCxnSpPr>
          <p:cNvPr id="56" name="Прямое соединение 55"/>
          <p:cNvCxnSpPr/>
          <p:nvPr/>
        </p:nvCxnSpPr>
        <p:spPr>
          <a:xfrm flipH="1" flipV="1">
            <a:off x="6947535" y="1962785"/>
            <a:ext cx="826770" cy="19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Прямое соединение 56"/>
          <p:cNvCxnSpPr/>
          <p:nvPr/>
        </p:nvCxnSpPr>
        <p:spPr>
          <a:xfrm>
            <a:off x="7231380" y="2272030"/>
            <a:ext cx="539115" cy="381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Текстовое поле 57"/>
          <p:cNvSpPr txBox="1"/>
          <p:nvPr/>
        </p:nvSpPr>
        <p:spPr>
          <a:xfrm>
            <a:off x="7001510" y="2695575"/>
            <a:ext cx="4267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Поле для 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ввода данных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cxnSp>
        <p:nvCxnSpPr>
          <p:cNvPr id="59" name="Прямое соединение 58"/>
          <p:cNvCxnSpPr/>
          <p:nvPr/>
        </p:nvCxnSpPr>
        <p:spPr>
          <a:xfrm flipH="1">
            <a:off x="7075170" y="3000375"/>
            <a:ext cx="7086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Текстовое поле 59"/>
          <p:cNvSpPr txBox="1"/>
          <p:nvPr/>
        </p:nvSpPr>
        <p:spPr>
          <a:xfrm>
            <a:off x="7075170" y="3991610"/>
            <a:ext cx="4267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Оформление 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заказа 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cxnSp>
        <p:nvCxnSpPr>
          <p:cNvPr id="61" name="Прямое соединение 60"/>
          <p:cNvCxnSpPr/>
          <p:nvPr/>
        </p:nvCxnSpPr>
        <p:spPr>
          <a:xfrm>
            <a:off x="7113270" y="4331970"/>
            <a:ext cx="6400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Текстовое поле 62"/>
          <p:cNvSpPr txBox="1"/>
          <p:nvPr/>
        </p:nvSpPr>
        <p:spPr>
          <a:xfrm>
            <a:off x="7147560" y="4867910"/>
            <a:ext cx="6400800" cy="23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950" i="1" dirty="0">
                <a:solidFill>
                  <a:sysClr val="windowText" lastClr="000000"/>
                </a:solidFill>
                <a:latin typeface="GOST Common" panose="020B0604020202020204" pitchFamily="34" charset="0"/>
                <a:sym typeface="+mn-ea"/>
              </a:rPr>
              <a:t>Рисунок 3– Личный кабинет пользователя</a:t>
            </a:r>
            <a:endParaRPr lang="ru-RU" altLang="en-US" sz="950" i="1" dirty="0">
              <a:solidFill>
                <a:sysClr val="windowText" lastClr="000000"/>
              </a:solidFill>
              <a:latin typeface="GOST Common" panose="020B0604020202020204" pitchFamily="34" charset="0"/>
              <a:sym typeface="+mn-ea"/>
            </a:endParaRPr>
          </a:p>
        </p:txBody>
      </p:sp>
      <p:pic>
        <p:nvPicPr>
          <p:cNvPr id="65" name="Изображение 64" descr="портфоли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115" y="5565775"/>
            <a:ext cx="4716000" cy="2576243"/>
          </a:xfrm>
          <a:prstGeom prst="rect">
            <a:avLst/>
          </a:prstGeom>
        </p:spPr>
      </p:pic>
      <p:sp>
        <p:nvSpPr>
          <p:cNvPr id="66" name="Текстовое поле 65"/>
          <p:cNvSpPr txBox="1"/>
          <p:nvPr/>
        </p:nvSpPr>
        <p:spPr>
          <a:xfrm>
            <a:off x="7001510" y="8247380"/>
            <a:ext cx="6400800" cy="23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950" i="1" dirty="0">
                <a:solidFill>
                  <a:sysClr val="windowText" lastClr="000000"/>
                </a:solidFill>
                <a:latin typeface="GOST Common" panose="020B0604020202020204" pitchFamily="34" charset="0"/>
                <a:sym typeface="+mn-ea"/>
              </a:rPr>
              <a:t>Рисунок 4– Страница портфолио</a:t>
            </a:r>
            <a:endParaRPr lang="ru-RU" altLang="en-US" sz="950" i="1" dirty="0">
              <a:solidFill>
                <a:sysClr val="windowText" lastClr="000000"/>
              </a:solidFill>
              <a:latin typeface="GOST Common" panose="020B0604020202020204" pitchFamily="34" charset="0"/>
              <a:sym typeface="+mn-ea"/>
            </a:endParaRPr>
          </a:p>
        </p:txBody>
      </p:sp>
      <p:sp>
        <p:nvSpPr>
          <p:cNvPr id="67" name="Прямоугольник 66"/>
          <p:cNvSpPr/>
          <p:nvPr/>
        </p:nvSpPr>
        <p:spPr>
          <a:xfrm>
            <a:off x="9622155" y="5980430"/>
            <a:ext cx="1026795" cy="13906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cxnSp>
        <p:nvCxnSpPr>
          <p:cNvPr id="68" name="Прямое соединение 67"/>
          <p:cNvCxnSpPr/>
          <p:nvPr/>
        </p:nvCxnSpPr>
        <p:spPr>
          <a:xfrm>
            <a:off x="9182100" y="5482590"/>
            <a:ext cx="440055" cy="5791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Текстовое поле 68"/>
          <p:cNvSpPr txBox="1"/>
          <p:nvPr/>
        </p:nvSpPr>
        <p:spPr>
          <a:xfrm>
            <a:off x="8237855" y="5287645"/>
            <a:ext cx="15913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solidFill>
                  <a:schemeClr val="tx1"/>
                </a:solidFill>
                <a:latin typeface="GOST Common" panose="020B0604020202020204" pitchFamily="34" charset="0"/>
                <a:cs typeface="GOST Common" panose="020B0604020202020204" pitchFamily="34" charset="0"/>
              </a:rPr>
              <a:t>Категория одежды</a:t>
            </a:r>
            <a:endParaRPr lang="ru-RU" altLang="en-US" sz="800">
              <a:solidFill>
                <a:schemeClr val="tx1"/>
              </a:solidFill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cxnSp>
        <p:nvCxnSpPr>
          <p:cNvPr id="70" name="Прямое соединение 69"/>
          <p:cNvCxnSpPr/>
          <p:nvPr/>
        </p:nvCxnSpPr>
        <p:spPr>
          <a:xfrm flipH="1">
            <a:off x="8269605" y="5487670"/>
            <a:ext cx="914400" cy="63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Прямоугольник 70"/>
          <p:cNvSpPr/>
          <p:nvPr/>
        </p:nvSpPr>
        <p:spPr>
          <a:xfrm>
            <a:off x="8202930" y="6205220"/>
            <a:ext cx="699135" cy="87439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 altLang="en-US"/>
          </a:p>
        </p:txBody>
      </p:sp>
      <p:cxnSp>
        <p:nvCxnSpPr>
          <p:cNvPr id="72" name="Прямое соединение 71"/>
          <p:cNvCxnSpPr/>
          <p:nvPr/>
        </p:nvCxnSpPr>
        <p:spPr>
          <a:xfrm>
            <a:off x="7715885" y="6065520"/>
            <a:ext cx="487045" cy="6235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Текстовое поле 72"/>
          <p:cNvSpPr txBox="1"/>
          <p:nvPr/>
        </p:nvSpPr>
        <p:spPr>
          <a:xfrm>
            <a:off x="7236460" y="5728335"/>
            <a:ext cx="4267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Фото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  <a:p>
            <a:r>
              <a:rPr lang="ru-RU" altLang="en-US" sz="800">
                <a:latin typeface="GOST Common" panose="020B0604020202020204" pitchFamily="34" charset="0"/>
                <a:cs typeface="GOST Common" panose="020B0604020202020204" pitchFamily="34" charset="0"/>
              </a:rPr>
              <a:t>работы</a:t>
            </a:r>
            <a:endParaRPr lang="ru-RU" altLang="en-US" sz="800">
              <a:latin typeface="GOST Common" panose="020B0604020202020204" pitchFamily="34" charset="0"/>
              <a:cs typeface="GOST Common" panose="020B0604020202020204" pitchFamily="34" charset="0"/>
            </a:endParaRPr>
          </a:p>
        </p:txBody>
      </p:sp>
      <p:cxnSp>
        <p:nvCxnSpPr>
          <p:cNvPr id="74" name="Прямое соединение 73"/>
          <p:cNvCxnSpPr/>
          <p:nvPr/>
        </p:nvCxnSpPr>
        <p:spPr>
          <a:xfrm flipH="1" flipV="1">
            <a:off x="7301865" y="6054725"/>
            <a:ext cx="414020" cy="19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461</Words>
  <Application>WPS Presentation</Application>
  <PresentationFormat>A3 (297x420 мм)</PresentationFormat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GOST Common</vt:lpstr>
      <vt:lpstr>Calibri</vt:lpstr>
      <vt:lpstr>Microsoft YaHei</vt:lpstr>
      <vt:lpstr>Arial Unicode MS</vt:lpstr>
      <vt:lpstr>Calibri Light</vt:lpstr>
      <vt:lpstr>Ink Free</vt:lpstr>
      <vt:lpstr>Тема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Алеся Лойко</dc:creator>
  <cp:lastModifiedBy>Ульяна Вальмус</cp:lastModifiedBy>
  <cp:revision>10</cp:revision>
  <dcterms:created xsi:type="dcterms:W3CDTF">2023-11-30T08:57:00Z</dcterms:created>
  <dcterms:modified xsi:type="dcterms:W3CDTF">2023-12-21T15:47:32Z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86EB09F33FDE40F1856219CBEA01F5E0_13</vt:lpwstr>
  </property>
  <property fmtid="{D5CDD505-2E9C-101B-9397-08002B2CF9AE}" pid="3" name="KSOProductBuildVer">
    <vt:lpwstr>1049-12.2.0.13359</vt:lpwstr>
  </property>
</Properties>
</file>